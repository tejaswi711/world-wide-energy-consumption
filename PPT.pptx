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80" r:id="rId9"/>
    <p:sldId id="285" r:id="rId10"/>
    <p:sldId id="284" r:id="rId11"/>
    <p:sldId id="283" r:id="rId12"/>
    <p:sldId id="281" r:id="rId13"/>
    <p:sldId id="282" r:id="rId14"/>
    <p:sldId id="287" r:id="rId15"/>
    <p:sldId id="286" r:id="rId16"/>
    <p:sldId id="279" r:id="rId17"/>
    <p:sldId id="278" r:id="rId18"/>
    <p:sldId id="264" r:id="rId19"/>
    <p:sldId id="288" r:id="rId20"/>
    <p:sldId id="259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Lato Black" panose="020B0604020202020204" charset="0"/>
      <p:bold r:id="rId27"/>
      <p:boldItalic r:id="rId28"/>
    </p:embeddedFont>
    <p:embeddedFont>
      <p:font typeface="Libre Baskerville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35D2A469-5E74-4F6C-993F-6190BC99253E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80"/>
            <p14:sldId id="285"/>
            <p14:sldId id="284"/>
            <p14:sldId id="283"/>
            <p14:sldId id="281"/>
            <p14:sldId id="282"/>
            <p14:sldId id="287"/>
            <p14:sldId id="286"/>
            <p14:sldId id="279"/>
            <p14:sldId id="278"/>
            <p14:sldId id="264"/>
            <p14:sldId id="28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1684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637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03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929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3073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5781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5031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7558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5145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6176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53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5086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9419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6452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556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1206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tejaswi-siddagon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ejaswi71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" y="197546"/>
            <a:ext cx="12190815" cy="683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310" y="3768786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 Wide Energy Consumption</a:t>
            </a:r>
            <a:endParaRPr sz="3200" b="1" i="0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793225" y="5171897"/>
            <a:ext cx="28648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/>
              <a:t>Tejaswi</a:t>
            </a:r>
            <a:r>
              <a:rPr lang="en-US" sz="2400" b="1" dirty="0"/>
              <a:t> </a:t>
            </a:r>
            <a:r>
              <a:rPr lang="en-US" sz="2400" b="1" dirty="0" err="1"/>
              <a:t>Siddagoni</a:t>
            </a:r>
            <a:endParaRPr lang="en-US" sz="2400" b="1" dirty="0"/>
          </a:p>
          <a:p>
            <a:r>
              <a:rPr lang="en-US" sz="2400" b="1" dirty="0"/>
              <a:t>Batch:484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27656" y="659677"/>
            <a:ext cx="11047788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/>
              <a:t>My name is </a:t>
            </a:r>
            <a:r>
              <a:rPr lang="en-US" sz="2400" dirty="0" err="1"/>
              <a:t>Tejaswi</a:t>
            </a:r>
            <a:r>
              <a:rPr lang="en-US" sz="2400" dirty="0" smtClean="0"/>
              <a:t>. I’m </a:t>
            </a:r>
            <a:r>
              <a:rPr lang="en-US" sz="2400" dirty="0"/>
              <a:t>a </a:t>
            </a:r>
            <a:r>
              <a:rPr lang="en-US" sz="2400" dirty="0" err="1"/>
              <a:t>B.Tech</a:t>
            </a:r>
            <a:r>
              <a:rPr lang="en-US" sz="2400" dirty="0"/>
              <a:t> graduate in Computer Science and Engineering (AI &amp; ML)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/>
              <a:t>I want to learn Data Science to analyze data, extract meaningful insights, and build intelligent solutions using data-driven approaches. It helps me strengthen my problem-solving skills and supports my career growth in AI and analytics.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 :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https://www.linkedin.com/in/tejaswi-siddagoni/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: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https://github.com/Tejaswi711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3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3200" b="0" i="0" u="none" strike="noStrike" cap="none" dirty="0" smtClean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 smtClean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 smtClean="0"/>
              <a:t>Business problem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 smtClean="0"/>
              <a:t>Problem statement</a:t>
            </a:r>
          </a:p>
          <a:p>
            <a:pPr indent="-431800">
              <a:lnSpc>
                <a:spcPct val="100000"/>
              </a:lnSpc>
              <a:buSzPts val="2400"/>
            </a:pPr>
            <a:r>
              <a:rPr lang="en-IN" sz="2400" b="1" dirty="0" smtClean="0"/>
              <a:t>Objective</a:t>
            </a:r>
          </a:p>
          <a:p>
            <a:pPr indent="-431800">
              <a:lnSpc>
                <a:spcPct val="100000"/>
              </a:lnSpc>
              <a:buSzPts val="2400"/>
            </a:pPr>
            <a:r>
              <a:rPr lang="en-IN" sz="2400" b="1" dirty="0" smtClean="0"/>
              <a:t>ER diagram</a:t>
            </a:r>
          </a:p>
          <a:p>
            <a:pPr indent="-431800">
              <a:lnSpc>
                <a:spcPct val="100000"/>
              </a:lnSpc>
              <a:buSzPts val="2400"/>
            </a:pPr>
            <a:r>
              <a:rPr lang="en-IN" sz="2400" b="1" dirty="0" smtClean="0"/>
              <a:t>Queries</a:t>
            </a:r>
          </a:p>
          <a:p>
            <a:pPr indent="-431800">
              <a:lnSpc>
                <a:spcPct val="100000"/>
              </a:lnSpc>
              <a:buSzPts val="2400"/>
            </a:pPr>
            <a:r>
              <a:rPr lang="en-IN" sz="2400" b="1" dirty="0" smtClean="0"/>
              <a:t>Challenges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</a:t>
            </a:r>
            <a:endParaRPr lang="en-IN" sz="2400" b="1" dirty="0" smtClean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 smtClean="0"/>
              <a:t>Recommendation</a:t>
            </a:r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 smtClean="0"/>
              <a:t>Q&amp;A </a:t>
            </a:r>
            <a:r>
              <a:rPr lang="en-IN" sz="2400" b="1" dirty="0"/>
              <a:t>Slide 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 smtClean="0">
                <a:solidFill>
                  <a:srgbClr val="FF0000"/>
                </a:solidFill>
              </a:rPr>
              <a:t> Business Problem: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59760" y="121881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31800" algn="just">
              <a:lnSpc>
                <a:spcPct val="150000"/>
              </a:lnSpc>
              <a:buSzPts val="2400"/>
            </a:pPr>
            <a:r>
              <a:rPr lang="en-US" sz="2400" b="1" dirty="0"/>
              <a:t>The organization struggles to analyze energy consumption, production, and emissions data across countries, leading to poor decision-making and lack of insights</a:t>
            </a:r>
            <a:r>
              <a:rPr lang="en-US" sz="2400" b="1" dirty="0" smtClean="0"/>
              <a:t>.</a:t>
            </a:r>
          </a:p>
          <a:p>
            <a:pPr marL="25400" lvl="0" indent="0" algn="just">
              <a:lnSpc>
                <a:spcPct val="150000"/>
              </a:lnSpc>
              <a:buSzPts val="2400"/>
              <a:buNone/>
            </a:pPr>
            <a:r>
              <a:rPr lang="en-IN" sz="4000" b="1" dirty="0" smtClean="0">
                <a:solidFill>
                  <a:srgbClr val="FF0000"/>
                </a:solidFill>
              </a:rPr>
              <a:t>Problem Statement:</a:t>
            </a:r>
            <a:endParaRPr lang="en-IN" sz="2400" b="1" dirty="0" smtClean="0"/>
          </a:p>
          <a:p>
            <a:pPr indent="-431800" algn="just">
              <a:lnSpc>
                <a:spcPct val="150000"/>
              </a:lnSpc>
              <a:buSzPts val="2400"/>
            </a:pPr>
            <a:r>
              <a:rPr lang="en-US" sz="2400" b="1" dirty="0"/>
              <a:t>Analyze global energy, GDP, population, and emission data using SQL to identify trends, correlations, and improve data-driven decisions.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14550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</a:t>
            </a:r>
            <a:r>
              <a:rPr lang="en-IN" sz="4000" b="1" dirty="0" smtClean="0">
                <a:solidFill>
                  <a:srgbClr val="FF0000"/>
                </a:solidFill>
              </a:rPr>
              <a:t>Objectives: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8503" y="1115328"/>
            <a:ext cx="880401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and manage energy-related data in a structured database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consumption, production, and emissions across countries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trends over time (GDP, population, emissions)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per capita and ratio-based analysis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insights for better global energy decisions </a:t>
            </a:r>
          </a:p>
        </p:txBody>
      </p:sp>
    </p:spTree>
    <p:extLst>
      <p:ext uri="{BB962C8B-B14F-4D97-AF65-F5344CB8AC3E}">
        <p14:creationId xmlns:p14="http://schemas.microsoft.com/office/powerpoint/2010/main" val="21513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233680"/>
            <a:ext cx="10515600" cy="74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</a:t>
            </a:r>
            <a:r>
              <a:rPr lang="en-IN" sz="4000" b="1" dirty="0" smtClean="0">
                <a:solidFill>
                  <a:srgbClr val="FF0000"/>
                </a:solidFill>
              </a:rPr>
              <a:t>ER diagram:</a:t>
            </a:r>
            <a:endParaRPr sz="40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44" y="975361"/>
            <a:ext cx="10058400" cy="51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4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28792" y="3048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50000"/>
              </a:lnSpc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Queries</a:t>
            </a:r>
            <a:r>
              <a:rPr lang="en-IN" sz="4000" b="1" dirty="0"/>
              <a:t> </a:t>
            </a:r>
            <a:r>
              <a:rPr lang="en-IN" sz="4000" b="1" dirty="0" smtClean="0">
                <a:solidFill>
                  <a:srgbClr val="FF0000"/>
                </a:solidFill>
              </a:rPr>
              <a:t>:</a:t>
            </a:r>
            <a:r>
              <a:rPr lang="en-IN" sz="4000" b="1" dirty="0">
                <a:solidFill>
                  <a:srgbClr val="FF0000"/>
                </a:solidFill>
              </a:rPr>
              <a:t/>
            </a:r>
            <a:br>
              <a:rPr lang="en-IN" sz="4000" b="1" dirty="0">
                <a:solidFill>
                  <a:srgbClr val="FF0000"/>
                </a:solidFill>
              </a:rPr>
            </a:br>
            <a:r>
              <a:rPr lang="en-IN" sz="2700" b="1" dirty="0">
                <a:solidFill>
                  <a:srgbClr val="FF0000"/>
                </a:solidFill>
              </a:rPr>
              <a:t>General &amp; Comparative </a:t>
            </a:r>
            <a:r>
              <a:rPr lang="en-IN" sz="2700" b="1" dirty="0" smtClean="0">
                <a:solidFill>
                  <a:srgbClr val="FF0000"/>
                </a:solidFill>
              </a:rPr>
              <a:t>Analysis</a:t>
            </a:r>
            <a:endParaRPr sz="2700" b="1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32" y="1587810"/>
            <a:ext cx="7849695" cy="15527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447" y="1189543"/>
            <a:ext cx="3229426" cy="18576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07" y="3874972"/>
            <a:ext cx="6420746" cy="16480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447" y="3874972"/>
            <a:ext cx="2448267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8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52" y="370997"/>
            <a:ext cx="6706536" cy="22958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960" y="609154"/>
            <a:ext cx="3837694" cy="18195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53" y="3457472"/>
            <a:ext cx="6929588" cy="14670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4960" y="3501184"/>
            <a:ext cx="383769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0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4035" y="389672"/>
            <a:ext cx="34371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Analysis Over Time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35" y="1276568"/>
            <a:ext cx="5334744" cy="14194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721" y="1276568"/>
            <a:ext cx="2162477" cy="13908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35" y="3754362"/>
            <a:ext cx="6725589" cy="1076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5426" y="3153285"/>
            <a:ext cx="2810267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5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70" y="461170"/>
            <a:ext cx="7192379" cy="2257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960" y="542798"/>
            <a:ext cx="3977663" cy="18100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70" y="3552408"/>
            <a:ext cx="7538270" cy="14194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161828"/>
            <a:ext cx="361047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76" y="970564"/>
            <a:ext cx="7897327" cy="11431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720" y="632380"/>
            <a:ext cx="3188615" cy="18195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8324" y="2451909"/>
            <a:ext cx="36407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Ratio &amp; Per Capita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92" y="3551732"/>
            <a:ext cx="6525536" cy="20100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250" y="3434903"/>
            <a:ext cx="4182059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1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79" y="636446"/>
            <a:ext cx="7456441" cy="20291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79" y="636446"/>
            <a:ext cx="4020183" cy="18766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79" y="3301534"/>
            <a:ext cx="6354062" cy="2124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480" y="3434902"/>
            <a:ext cx="412178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4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24" y="518634"/>
            <a:ext cx="7211431" cy="23053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120" y="699655"/>
            <a:ext cx="3891905" cy="16385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35" y="3170330"/>
            <a:ext cx="7592485" cy="3219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2961" y="3743832"/>
            <a:ext cx="398406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3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981" y="328712"/>
            <a:ext cx="2789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Comparisons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81" y="1064655"/>
            <a:ext cx="8373644" cy="25421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625" y="1299402"/>
            <a:ext cx="2911995" cy="18004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81" y="4084181"/>
            <a:ext cx="7867579" cy="19814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804" y="3902477"/>
            <a:ext cx="3305636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95" y="677128"/>
            <a:ext cx="7835266" cy="14194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57" y="477074"/>
            <a:ext cx="3375604" cy="18195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72" y="2561015"/>
            <a:ext cx="7304568" cy="36866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961" y="3713700"/>
            <a:ext cx="3512902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5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Challenges: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1323" y="1173759"/>
            <a:ext cx="706475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learned that one problem can have many solutions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chose the best approach for each query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understood table relationships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improved my SQL and thinking skills </a:t>
            </a:r>
          </a:p>
        </p:txBody>
      </p:sp>
    </p:spTree>
    <p:extLst>
      <p:ext uri="{BB962C8B-B14F-4D97-AF65-F5344CB8AC3E}">
        <p14:creationId xmlns:p14="http://schemas.microsoft.com/office/powerpoint/2010/main" val="373784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Conclusion: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59760" y="121881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31800" algn="just">
              <a:lnSpc>
                <a:spcPct val="200000"/>
              </a:lnSpc>
              <a:buSzPts val="2400"/>
            </a:pPr>
            <a:r>
              <a:rPr lang="en-US" sz="2400" b="1" dirty="0"/>
              <a:t>The project helps in understanding global energy patterns by analyzing consumption, production, emissions, GDP, and population data. It provides insights into trends and relationships, supporting better decision-making.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92351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Recommendations: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0843" y="1088420"/>
            <a:ext cx="747993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emission trends to support sustainability goals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energy efficiency based on data insights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per capita metrics for better comparisons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Regularly update data for accurate analysis </a:t>
            </a:r>
          </a:p>
        </p:txBody>
      </p:sp>
    </p:spTree>
    <p:extLst>
      <p:ext uri="{BB962C8B-B14F-4D97-AF65-F5344CB8AC3E}">
        <p14:creationId xmlns:p14="http://schemas.microsoft.com/office/powerpoint/2010/main" val="179129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12193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       </a:t>
            </a:r>
            <a:endParaRPr lang="en-US" sz="9600" dirty="0"/>
          </a:p>
        </p:txBody>
      </p:sp>
      <p:pic>
        <p:nvPicPr>
          <p:cNvPr id="1026" name="Picture 2" descr="Question And Answer — Stock Photo © NiroDesign #678833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83771"/>
            <a:ext cx="9753600" cy="401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354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318</Words>
  <Application>Microsoft Office PowerPoint</Application>
  <PresentationFormat>Widescreen</PresentationFormat>
  <Paragraphs>51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Lato Black</vt:lpstr>
      <vt:lpstr>Arial</vt:lpstr>
      <vt:lpstr>Libre Baskerville</vt:lpstr>
      <vt:lpstr>Office Theme</vt:lpstr>
      <vt:lpstr>PowerPoint Presentation</vt:lpstr>
      <vt:lpstr>PowerPoint Presentation</vt:lpstr>
      <vt:lpstr>Agenda</vt:lpstr>
      <vt:lpstr> Business Problem:</vt:lpstr>
      <vt:lpstr> Objectives:</vt:lpstr>
      <vt:lpstr> ER diagram:</vt:lpstr>
      <vt:lpstr> Queries : General &amp; Comparative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Challenges:</vt:lpstr>
      <vt:lpstr> Conclusion:</vt:lpstr>
      <vt:lpstr> Recommendations: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Hello</cp:lastModifiedBy>
  <cp:revision>20</cp:revision>
  <dcterms:created xsi:type="dcterms:W3CDTF">2021-02-16T05:19:01Z</dcterms:created>
  <dcterms:modified xsi:type="dcterms:W3CDTF">2026-05-07T14:43:35Z</dcterms:modified>
</cp:coreProperties>
</file>